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Agentic AI 推理机头 CPU 综述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C7"/>
                </a:solidFill>
              </a:defRPr>
            </a:pPr>
            <a:r>
              <a:t>从 Host 到 Orchestrator</a:t>
            </a:r>
            <a:br/>
            <a:r>
              <a:t>2026.04.24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背景：为什么瓶颈正在外溢到 CPU？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Agentic AI 将推理从『单次请求、连续 decode』转向『多阶段、可暂停、可恢复、可分叉』的复合执行模式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Georgia Tech &amp; Intel (2025-11)：工具处理占端到端延迟的 50%–90.6%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DeepSeek V4 验证趋势：Engram 架构将静态知识检索放在 CPU RAM，动态推理放在 GPU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经济学事实：CPU RAM 每 GB 成本比 GPU HBM 低 10–20 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核心判断：机头 CPU 已从传统 host 演化为 inference orchestration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四条技术主线同时收敛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1. 算子下发与状态驱动调度：权重量化越激进，『调度墙』越明显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2. KV 卸载与生命周期管理：CPU 内存从 spill 层升级为 warm tier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3. MoE 推理与专家编排：冷专家命中触发同步 CPU→GPU 拷贝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4. PD 分离与跨池编排：CPU 从单节点调度器升级为跨池编排中枢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Agentic workload 的催化下，四条主线形成正反馈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主线一：算子下发——从『发命令』到『编排状态机』</a:t>
            </a:r>
          </a:p>
        </p:txBody>
      </p:sp>
      <p:pic>
        <p:nvPicPr>
          <p:cNvPr id="5" name="Picture 4" descr="cpu-slowdow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303520" cy="24344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IQ4/FP4 激进量化后，135M 参数模型单次前向发射 301 个 Kernel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纯下发税达 750 μs，占单 Token 时间的 95%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CPU oversubscription 可使 dequeue 延迟放大 19×（vLLM TP=4 场景）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DeepSeek V4 FP4 量化使单 token FLOPs 降至 V3.2 的 27%，下发税占比进一步上升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vLLM V1 通过 Persistent Batch、Numpy 替代 Python Native 重构，吞吐提升 1.7×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主线二：KV 卸载——从『容量兜底』到『生命周期管理』</a:t>
            </a:r>
          </a:p>
        </p:txBody>
      </p:sp>
      <p:pic>
        <p:nvPicPr>
          <p:cNvPr id="5" name="Picture 4" descr="nosa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303520" cy="1607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18872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NVIDIA Dynamo：agentic inference cache hit 达 85%–97%，read/write ratio 高达 11.7x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系统价值重心从『写新 KV』转向『保留、路由、预取和恢复旧 KV』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DeepSeek V4：CSA 4x 压缩 + HCA 128x 压缩，KV cache 降至 V3.2 的 10%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NOSA 实现 5.04× 解码吞吐提升；ScoutAttention 通过 Layer-Ahead CPU 预计算减少 bubbles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CXL 内存扩展可将 GPU 需求降低 87%；NVIDIA ICMSP (BlueField-4) 实现 5x token 吞吐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主线三：MoE 推理——从『稀疏计算优势』到『Host-side Orchestration 压力』</a:t>
            </a:r>
          </a:p>
        </p:txBody>
      </p:sp>
      <p:pic>
        <p:nvPicPr>
          <p:cNvPr id="5" name="Picture 4" descr="spec-expert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303520" cy="176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DeepSeek V4：1.6T 总参 / 49B 激活参，单节点无法容纳全部专家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冷专家命中触发同步 CPU→GPU 拷贝，CPU 承担路由、权重搬运、拓扑感知三重职责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Speculating Experts：推测预取可将 TPOT 降低 14%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FineMoE：通过 expert map 相似性搜索实现细粒度预取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SpecMoEOff：结合 speculative decoding 实现 2.5× decode 吞吐提升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主线四：PD 分离——从『单节点调度器』到『跨池编排中枢』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PD 分离已成为几乎每个主要 LLM 服务栈的默认架构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同节点 KV 传输开销 &lt;0.1%，跨节点需 90 Gbps+ 带宽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Agentic batch inference 引入 middle-phase thrashing：异步推进的 agent 其 KV 被 LRU 驱逐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跨池恢复时需反复重算或传输， decode 池长期维持大量并发流 KV 状态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UCCL (NVIDIA) 将跨节点 KV 传输尾延迟降至 7.1%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真实工作负载暴露的三项遗漏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高频 prefill 调度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每次工具调用返回触发新的 prefill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每次 subagent 分叉触发 KV 复制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每次聚合触发多路 KV 合并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多上下文并存管理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OpenClaw 同时维护 10+ 工具调用上下文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Kimi Swarm 多代理并行产生 100+ 活跃 KV 前缀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Claude Code subagents 导致前缀树爆炸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平台信号：硬件路线图围绕 CPU 控制平面收敛</a:t>
            </a:r>
          </a:p>
        </p:txBody>
      </p:sp>
      <p:pic>
        <p:nvPicPr>
          <p:cNvPr id="5" name="Picture 4" descr="nvidia-vera-cpu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303520" cy="23969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8872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NVIDIA Vera CPU：88 核 / 1.2 TB/s LPDDR5X / 200 GB/s NVLink-C2C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BlueField-4 STX + ICMSP：5x token 吞吐 / 4x 能效提升，绕过 CPU 瓶颈直接 SSD→GPU KV 卸载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TrendForce：CPU:GPU 配比从 1:8 收敛至 1:1–1:2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Morgan Stanley：DRAM 将取代 HBM 成为 AI 基础设施最紧缺瓶颈，DDR5 价格 Q2 2026 预计涨 50%+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DeepSeek V4 原生华为 Ascend 优化，85%+ 硬件利用率——机头 CPU 优化不限于 x86/Arm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共识矩阵：四条主线的交互关系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Kernel Fusion ↗ → 单批次请求数 ↗ → KV 状态数 ↗ → warm tier 压力 ↗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MoE expert 卸载 → CPU RAM 带宽竞争 → 同一节点 KV 预取带宽被挤压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PD 分离 → 跨池 KV 传输需求 ↗ → 机头 CPU 需同时管理本地 warm tier + 远程传输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Agentic 并发度 ↗ → 同时活跃前缀树深度 ↗ → CPU 侧索引结构复杂度指数级上升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优化单一主线可能加剧其他主线瓶颈——需要系统级协同优化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结论：机头 CPU 的选型诊断清单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核心职责已从 kernel launch 扩展到请求接入、PD 切分、KV 生命周期、专家放置、多代理并发控制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量化越激进，调度墙越明显——『小模型高并发』场景 CPU 选型权重应高于 GPU FLOPs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CPU RAM 容量与带宽成为独立瓶颈：DDR5/LPDDR5X 通道数与容量比核心数更重要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一致性互连（NVLink-C2C / CXL）决定 CPU 能否有效承担 warm tier 角色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机头 CPU 不再是『配一台便宜的就行』，而是 inference factory 的控制平面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C7"/>
                </a:solidFill>
              </a:defRPr>
            </a:pPr>
            <a:r>
              <a:t>完整报告与引用材料详见 GitHub</a:t>
            </a:r>
            <a:br/>
            <a:r>
              <a:t>github.com/hugulas/agentic_cpu_study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